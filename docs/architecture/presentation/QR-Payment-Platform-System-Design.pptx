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this deck documents the CURRENT deployed architecture of a two-service QR payment prototype, assessed from an infrastructure and cloud-platform standpoint. It is a design-only review — no application code was changed. Screenshots and the runtime sequences were captured from the prototype actually running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the infra head: we are not proposing features. We are presenting a measured baseline of what exists, and the platform gaps between that baseline and something operable. Everything is traceable to a file or an observed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alternatives line matters: the k8s manifests being present but unused is the single cheapest lever we have. The team has already done part of the work for a managed orchestrator; it simply is not the deployed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 1 is the one we want confirmed in the room. Everything downstream about urgency depends on whether those endpoints are lab 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R-1 through R-5 are the ones that would stop a go-live. R-6 through R-8 are what make the platform operable once it is live. We sequence them in that order on the roadmap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 arrow is the crux of the whole review: the two domains are coupled synchronously and bidirectionally, over the public internet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captures from a live run, not mock-ups. The QR encodes a plain HTTP URL pointing at the banking service, built from the BANK_PUBLIC_BASE environment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for the infra head: because the signing key is application-local, two replicas cannot validate each other's sessions. That is a platform constraint, not a code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middle screenshot is our proof the flow really settled: 1500 minus 31 equals 1469, observed in the running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down the five bands. The punchline is band 5: steps 12 to 15. Merchant state becomes durable at step 14 and bank state at step 15, with a network call between them and nothing to reconcile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is not a coding style question — it is a missing platform capability. Two datastores cannot be made consistent by ordering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environments with materially different topologies, and neither has an ingress tier. The pipeline promotes correctly but deploys destructively.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nine interfaces are customer-facing and cleartext. The two that matter most for money movement are the two that leave the trust boundary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MySQL 5.7: it is out of support, which converts a technical-debt conversation into a dated one. Moving to a managed, supported version also delivers HA and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infra audience this is the most actionable slide: nothing here requires application rework. It is all platform and network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durability column is the part to press: there is no backup and no tested restore. That is an operational, not architectural, gap and it can be closed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slide 11: the dual-commit exposure window is not merely possible — today it would also be undetectable and unrecoverable.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'silent SQLite fallback' row is the one that tends to land hardest with infrastructure teams: a DNS blip becomes silent data divergence while health checks still report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polling-overhead row usually gets attention: load is driven by open tabs rather than by transactions, which is exactly the wrong scaling property for a payment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decision here: agreement on RPO and RTO. Every other number on this slide follows from those two, and neither can be chosen by the delivery team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even-handed: the application decomposition is genuinely good for a prototype. What is missing is a platform underneath it, which is precisely this audience's remit.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endorsement of the Phase 1 list, agreement on RPO/RTO, and a decision on the Phase 2 orchestrator target. Phase 3 needs no decision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on the three decisions. Keep it short — the deck has already made the case, and this slide only needs to capture what we are asking them to sign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 Platform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System Design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Infrastructure Architecture Review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48006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Head of Infrastructure  ·  For architecture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1069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72968" y="1069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069848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 Platform — Banking App and Merchant (E-commerce)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3807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13807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380744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(As-Is) System Design · Infrastructure &amp; Cloud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72968" y="1691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691640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Study Team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2002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With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72968" y="20025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002536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72968" y="23134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2313432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github.com/jmbilbao25/Banking-App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2624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 in Scope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72968" y="26243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2624328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(Dev/Test) · Azure Container Instances (Prod) · Jenkins CI/CD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Objectives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72968" y="29900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2990088"/>
            <a:ext cx="8348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verified, evidence-based baseline of the platform as it runs today, so that platform investment and a cloud target state can be argued from fact rather than from the README.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deployed runtime topology across both cloud environments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end-to-end payment flow hop by hop, including ports, protocols and timeouts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delivery pipeline, network posture, data tier and observability position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resilience, scalability and recoverability against a production operating bar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architecture-level gaps that must close before any production traffic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statements in this deck were reconstructed from the repository contents and from the prototype executed end to end in a sandbox, not from documentation.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Considerations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1069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72968" y="10698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069848"/>
            <a:ext cx="8348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independently deployable Python/Flask services — a banking service and a merchant service — integrated over synchronous REST. Each owns its own relational database. Containers are built once and promoted from AWS Dev to Azure Prod by a Jenkins pipeline.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Alternatives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1709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709928"/>
            <a:ext cx="8348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manifests for both services already exist in the repository but are not the deployed path; production currently runs on Azure Container Instances. AKS is therefore an available, partially prepared alternative rather than a greenfield decision.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and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72968" y="2350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350008"/>
            <a:ext cx="8348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was built to demonstrate a payment journey, not to meet an operating standard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Container Instances offers no ingress, autoscaling or rolling-update primitive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infrastructure-as-code — cloud resources are created by imperative CLI calls in CI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Single-node databases in both environments; no managed HA tier is provisioned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319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72968" y="3319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319272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(image distribution) · Jenkins (build and deploy orchestration) · Azure subscription (ACI, Azure Database for MySQL) · AWS account (EC2 Dev/Test host).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Basis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72968" y="38130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813048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inspection, container and pipeline definitions, plus a live end-to-end execution of both services to confirm the runtime behaviour documented here.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Considerations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078992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530352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Identified by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if assumption is proven invalid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Azure and AWS environments in the pipeline are non-production / lab subscriptions.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any is a production subscription, the public endpoints and inline pipeline credentials become an immediate operational exposure and must be remediated before this review proceeds.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container images can be rebuilt unchanged onto a managed orchestrator (AKS or Container Apps).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refactoring effort is required — chiefly externalising session state and the service-to-service addressing that is currently passed as environment variables.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published Kubernetes manifests represent the team's intended target runtime.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migration path must be re-planned; effort estimates based on reusing those manifests would not hold.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transaction volume is prototype-scale, with no committed throughput or latency target.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Capacity, autoscaling and database sizing must be re-derived from a real volume forecast before any sizing in this deck is used.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two services are intended to remain separately deployable, not merged into one application.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integration analysis and the network segmentation design would both be restated around a single deployable unit.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Considerations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Platform Risks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060704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434840"/>
                <a:gridCol w="105156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tier is a single instance behind a single DNS name. There is no load balancer distributing traffic across the two production containers.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Introduce a managed ingress (Application Gateway / Front Door) and place both replicas behind a health-probed backend pool.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recreates each container (delete then create), so every release is a full outage of that service.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to a platform with rolling updates and readiness gating — AKS (manifests already exist) or Azure Container Apps.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Single-node databases with no replica, no automated backup and no point-in-time recovery. RPO and RTO are undefined.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database with zone-redundant HA, automated backups and a tested restore. Define and sign off RPO/RTO.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traffic, including service-to-service calls, is cleartext HTTP on port 80. No TLS anywhere in the path.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Confidentiality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termination at a managed edge, HTTPS end to end, and private networking for east-west traffic.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databases are committed in sequence with no distributed transaction, queue, retry or reconciliation. A timeout leaves them permanently disagreeing.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Asynchronous integration over a managed broker with an outbox, idempotent consumers and a scheduled reconciliation job.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are published to a public registry under a mutable :latest tag, unsigned and unscanned. What is running cannot be proven.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registry (ACR) with immutable digests, vulnerability scanning and signed images gated in the pipeline.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infrastructure-as-code; environments are produced by imperative CLI calls, so they cannot be reproduced or audited.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Declarative IaC (Bicep or Terraform) under version control, applied by pipeline with drift detection.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metrics, tracing, structured logging or alerting. An incident cannot be detected proactively or reconstructed afterwards.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OpenTelemetry to Azure Monitor / App Insights, correlation IDs across services, dashboards and SLO-based alerts.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context and component responsibilities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shops on the merchant service, which issues a QR code encoding a payment URL addressed to the banking service. The customer authorises the payment in the banking service, which then calls the merchant service back to release the order.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251460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device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1947672"/>
            <a:ext cx="3429000" cy="1801368"/>
          </a:xfrm>
          <a:prstGeom prst="roundRect">
            <a:avLst>
              <a:gd name="adj" fmla="val 2538"/>
            </a:avLst>
          </a:prstGeom>
          <a:solidFill>
            <a:srgbClr val="F7FAFF"/>
          </a:solidFill>
          <a:ln w="12700">
            <a:solidFill>
              <a:srgbClr val="1565C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679192" y="1984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domain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0" y="22402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 reverse proxy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9260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ecommerce-app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· Gunicorn :5000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ecomdb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1947672"/>
            <a:ext cx="3429000" cy="1801368"/>
          </a:xfrm>
          <a:prstGeom prst="roundRect">
            <a:avLst>
              <a:gd name="adj" fmla="val 2538"/>
            </a:avLst>
          </a:prstGeom>
          <a:solidFill>
            <a:srgbClr val="F5FBF6"/>
          </a:solidFill>
          <a:ln w="12700">
            <a:solidFill>
              <a:srgbClr val="2E7D3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19672" y="1984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domain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0" y="22402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 reverse proxy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29260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banking-app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· Gunicorn :5001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75320" y="29260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926080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bankdb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76272" y="2487168"/>
            <a:ext cx="566928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194560" y="22494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:80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474720" y="2743200"/>
            <a:ext cx="0" cy="18288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06240" y="3255264"/>
            <a:ext cx="228600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15200" y="2743200"/>
            <a:ext cx="0" cy="18288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46720" y="3255264"/>
            <a:ext cx="228600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triangl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490472" y="3337560"/>
            <a:ext cx="0" cy="804672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490472" y="4142232"/>
            <a:ext cx="5824728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7315200" y="3749040"/>
            <a:ext cx="0" cy="393192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377440" y="39227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scans the QR  →  HTTP :80 to the banking edge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3474720" y="3584448"/>
            <a:ext cx="0" cy="923544"/>
          </a:xfrm>
          <a:prstGeom prst="line">
            <a:avLst/>
          </a:prstGeom>
          <a:noFill/>
          <a:ln w="17780">
            <a:solidFill>
              <a:srgbClr val="C62828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6949440" y="3584448"/>
            <a:ext cx="0" cy="923544"/>
          </a:xfrm>
          <a:prstGeom prst="line">
            <a:avLst/>
          </a:prstGeom>
          <a:noFill/>
          <a:ln w="17780">
            <a:solidFill>
              <a:srgbClr val="C62828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3474720" y="4507992"/>
            <a:ext cx="3474720" cy="0"/>
          </a:xfrm>
          <a:prstGeom prst="line">
            <a:avLst/>
          </a:prstGeom>
          <a:noFill/>
          <a:ln w="17780">
            <a:solidFill>
              <a:srgbClr val="C62828"/>
            </a:solidFill>
            <a:prstDash val="solid"/>
            <a:headEnd type="triangl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017520" y="45445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REST  —  order lookup and payment callback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058400" y="1947672"/>
            <a:ext cx="1737360" cy="2798064"/>
          </a:xfrm>
          <a:prstGeom prst="roundRect">
            <a:avLst>
              <a:gd name="adj" fmla="val 3158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68128" y="2002536"/>
            <a:ext cx="151790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shape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Bidirectional, synchronous, cleartext HTTP.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is by environment variable, not service discovery.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broker, no retry, no circuit breaker.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 this path leaves the trust boundary.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services also expose /health, and container probes are defined for it in the unused Kubernetes manifests.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service — catalogue to QR presentment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catalogue</a:t>
            </a:r>
            <a:endParaRPr lang="en-US" sz="1000" dirty="0"/>
          </a:p>
        </p:txBody>
      </p:sp>
      <p:pic>
        <p:nvPicPr>
          <p:cNvPr id="11" name="Image 0" descr="/projects/sandbox/deckbuild/shots_trimmed/01-ecom-st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481328"/>
            <a:ext cx="3520440" cy="3977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5513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state is held in the signed session cookie — no server-side session store.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80560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review</a:t>
            </a:r>
            <a:endParaRPr lang="en-US" sz="1000" dirty="0"/>
          </a:p>
        </p:txBody>
      </p:sp>
      <p:pic>
        <p:nvPicPr>
          <p:cNvPr id="14" name="Image 1" descr="/projects/sandbox/deckbuild/shots_trimmed/02-ecom-ca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481328"/>
            <a:ext cx="3520440" cy="3977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5513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is re-validated against the database on every basket mutation.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4788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and QR presentment</a:t>
            </a:r>
            <a:endParaRPr lang="en-US" sz="1000" dirty="0"/>
          </a:p>
        </p:txBody>
      </p:sp>
      <p:pic>
        <p:nvPicPr>
          <p:cNvPr id="17" name="Image 2" descr="/projects/sandbox/deckbuild/shots_trimmed/03-ecom-checkout-q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481328"/>
            <a:ext cx="3520440" cy="3977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88" y="5513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is created PENDING with a 300-second expiry; the page polls status every 2 s.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the prototype running end to end; order 133004e1, total 31.00.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service — authorisation to settlement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pic>
        <p:nvPicPr>
          <p:cNvPr id="11" name="Image 0" descr="/projects/sandbox/deckbuild/shots_trimmed/04-bank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481328"/>
            <a:ext cx="3520440" cy="3977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5513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the QR without a session stores next_url and redirects to login.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80560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authorisation</a:t>
            </a:r>
            <a:endParaRPr lang="en-US" sz="1000" dirty="0"/>
          </a:p>
        </p:txBody>
      </p:sp>
      <p:pic>
        <p:nvPicPr>
          <p:cNvPr id="14" name="Image 1" descr="/projects/sandbox/deckbuild/shots_trimmed/05-bank-pay-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481328"/>
            <a:ext cx="3520440" cy="3977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5513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lines are fetched live from the merchant service with a 2-second timeout.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4788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confirmation</a:t>
            </a:r>
            <a:endParaRPr lang="en-US" sz="1000" dirty="0"/>
          </a:p>
        </p:txBody>
      </p:sp>
      <p:pic>
        <p:nvPicPr>
          <p:cNvPr id="17" name="Image 2" descr="/projects/sandbox/deckbuild/shots_trimmed/07-bank-succes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481328"/>
            <a:ext cx="3520440" cy="3977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88" y="55138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only after the merchant callback and the ledger commit have both returned.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cookies are signed with an application-local key, so they are not portable between replicas.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Post-settlement state across both services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order converges to PAID</a:t>
            </a:r>
            <a:endParaRPr lang="en-US" sz="1000" dirty="0"/>
          </a:p>
        </p:txBody>
      </p:sp>
      <p:pic>
        <p:nvPicPr>
          <p:cNvPr id="11" name="Image 0" descr="/projects/sandbox/deckbuild/shots_trimmed/08-ecom-checkout-pa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481328"/>
            <a:ext cx="3520440" cy="3794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5330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only by the 2-second client poll — the merchant is never pushed a notification.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80560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balance after debit</a:t>
            </a:r>
            <a:endParaRPr lang="en-US" sz="1000" dirty="0"/>
          </a:p>
        </p:txBody>
      </p:sp>
      <p:pic>
        <p:nvPicPr>
          <p:cNvPr id="14" name="Image 1" descr="/projects/sandbox/deckbuild/shots_trimmed/09-bank-accounts-a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481328"/>
            <a:ext cx="3520440" cy="3794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5330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balance moved 1,500.00 to 1,469.00 for the 31.00 order.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47888" y="10972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of the same QR</a:t>
            </a:r>
            <a:endParaRPr lang="en-US" sz="1000" dirty="0"/>
          </a:p>
        </p:txBody>
      </p:sp>
      <p:pic>
        <p:nvPicPr>
          <p:cNvPr id="17" name="Image 2" descr="/projects/sandbox/deckbuild/shots_trimmed/10-bank-replay-block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481328"/>
            <a:ext cx="3520440" cy="3794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88" y="5330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presentment of the same order is refused by the duplicate check.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convergence between the two services depends entirely on client-side polling; there is no server-to-server notification or event.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Sequence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QR payment — every network hop as deployed today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492280"/>
            <a:ext cx="9674352" cy="884813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99595"/>
            <a:ext cx="9601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CATALOGUE AND BASKET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364297"/>
            <a:ext cx="9674352" cy="1111311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1612"/>
            <a:ext cx="9601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ORDER CREATION AND QR PRESENTMENT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13232" y="3462812"/>
            <a:ext cx="9674352" cy="43181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0127"/>
            <a:ext cx="9601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CLIENT-SIDE STATUS POLLING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13232" y="3881833"/>
            <a:ext cx="9674352" cy="884813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9148"/>
            <a:ext cx="9601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PAYER AUTHENTICATION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13232" y="4753850"/>
            <a:ext cx="9674352" cy="1111311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61165"/>
            <a:ext cx="9601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SETTLEMENT — TWO DATABASES, TWO COMMITS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4356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8072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788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5504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9220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2936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665208" y="1426464"/>
            <a:ext cx="0" cy="4407408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90956" y="1042416"/>
            <a:ext cx="12893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162556" y="1042416"/>
            <a:ext cx="1289304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625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:80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edge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534156" y="1042416"/>
            <a:ext cx="1289304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41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ecommerce-app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:5000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905756" y="1042416"/>
            <a:ext cx="12893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57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ecomdb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277356" y="1042416"/>
            <a:ext cx="1289304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73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:80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edge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648956" y="1042416"/>
            <a:ext cx="1289304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89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banking-app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:5001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9020556" y="1042416"/>
            <a:ext cx="12893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20556" y="1042416"/>
            <a:ext cx="128930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bankdb</a:t>
            </a:r>
            <a:endParaRPr lang="en-US" sz="82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435608" y="1847088"/>
            <a:ext cx="1371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78408" y="1611152"/>
            <a:ext cx="2286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 —  cleartext HTTP, no TLS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807208" y="2073586"/>
            <a:ext cx="1371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2350008" y="1837650"/>
            <a:ext cx="2286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proxy_pass http://ecommerce:5000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 flipH="1">
            <a:off x="1435608" y="2300084"/>
            <a:ext cx="2743200" cy="0"/>
          </a:xfrm>
          <a:prstGeom prst="line">
            <a:avLst/>
          </a:prstGeom>
          <a:noFill/>
          <a:ln w="1143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435608" y="2064148"/>
            <a:ext cx="27432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store.html + session cookie (basket state)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435608" y="2719105"/>
            <a:ext cx="27432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435608" y="2483169"/>
            <a:ext cx="27432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/checkout/create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78808" y="2945603"/>
            <a:ext cx="137160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3721608" y="2709667"/>
            <a:ext cx="2286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orders (PENDING, expires_at = +300 s)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435608" y="3172101"/>
            <a:ext cx="27432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435608" y="2936165"/>
            <a:ext cx="27432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/qr/{order_id}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 flipH="1">
            <a:off x="1435608" y="3398599"/>
            <a:ext cx="2743200" cy="0"/>
          </a:xfrm>
          <a:prstGeom prst="line">
            <a:avLst/>
          </a:prstGeom>
          <a:noFill/>
          <a:ln w="1143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435608" y="3162663"/>
            <a:ext cx="27432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PNG — encodes BANK_PUBLIC_BASE env var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35608" y="3817620"/>
            <a:ext cx="27432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435608" y="3581684"/>
            <a:ext cx="27432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/api/orders/{id}/status — polled every 2 000 ms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435608" y="4236641"/>
            <a:ext cx="54864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435608" y="4000705"/>
            <a:ext cx="54864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/pay?order_id&amp;amount&amp;merchant_account&amp;expires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922008" y="4463139"/>
            <a:ext cx="137160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6464808" y="4227203"/>
            <a:ext cx="2286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proxy_pass http://banking:5001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 flipH="1">
            <a:off x="1435608" y="4689637"/>
            <a:ext cx="6858000" cy="0"/>
          </a:xfrm>
          <a:prstGeom prst="line">
            <a:avLst/>
          </a:prstGeom>
          <a:noFill/>
          <a:ln w="1143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1435608" y="4453701"/>
            <a:ext cx="6858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 /login  →  POST /login  →  session cookie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 flipH="1">
            <a:off x="4178808" y="5108658"/>
            <a:ext cx="4114800" cy="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4178808" y="4872722"/>
            <a:ext cx="41148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/api/orders/{id}  ·  timeout 2 s then 3 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 flipH="1">
            <a:off x="4178808" y="5335156"/>
            <a:ext cx="4114800" cy="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4178808" y="5099220"/>
            <a:ext cx="41148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/api/orders/{id}/paid  ·  timeout 5 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178808" y="5561654"/>
            <a:ext cx="137160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3721608" y="5325718"/>
            <a:ext cx="2286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1 — status = PAID, stock decremented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293608" y="5788152"/>
            <a:ext cx="137160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7836408" y="5552216"/>
            <a:ext cx="2286000" cy="194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2 — balances + transaction inserted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497312" y="1042416"/>
            <a:ext cx="1316736" cy="148132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497312" y="107899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588752" y="1335024"/>
            <a:ext cx="310896" cy="0"/>
          </a:xfrm>
          <a:prstGeom prst="line">
            <a:avLst/>
          </a:prstGeom>
          <a:noFill/>
          <a:ln w="1651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10936224" y="124358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10588752" y="1618488"/>
            <a:ext cx="310896" cy="0"/>
          </a:xfrm>
          <a:prstGeom prst="line">
            <a:avLst/>
          </a:prstGeom>
          <a:noFill/>
          <a:ln w="1651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10936224" y="15270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10588752" y="1901952"/>
            <a:ext cx="310896" cy="0"/>
          </a:xfrm>
          <a:prstGeom prst="line">
            <a:avLst/>
          </a:prstGeom>
          <a:noFill/>
          <a:ln w="1651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10936224" y="181051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write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10588752" y="2185416"/>
            <a:ext cx="310896" cy="0"/>
          </a:xfrm>
          <a:prstGeom prst="line">
            <a:avLst/>
          </a:prstGeom>
          <a:noFill/>
          <a:ln w="1651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10936224" y="209397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cross-service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10497312" y="2688336"/>
            <a:ext cx="1316736" cy="3145536"/>
          </a:xfrm>
          <a:prstGeom prst="roundRect">
            <a:avLst>
              <a:gd name="adj" fmla="val 4167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607040" y="2743200"/>
            <a:ext cx="109728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12–15 are the exposure window.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 database commits before the bank database, and the two calls cross the public internet.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distributed transaction, queue or reconciliation exists.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Reconstructed from banking-app/app.py, ecommerce-app/app.py and nginx/nginx.conf; confirmed against a live run.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Sequence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call chain — commit ordering and the exposure window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1462570"/>
            <a:ext cx="7434072" cy="92145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9885"/>
            <a:ext cx="7360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PRE-CHECKS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13232" y="2448968"/>
            <a:ext cx="7434072" cy="161366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56283"/>
            <a:ext cx="7360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SIDE COMMITS FIRST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13232" y="4127576"/>
            <a:ext cx="7434072" cy="16136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34891"/>
            <a:ext cx="7360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SIDE COMMITS SECOND — EXPOSURE WINDOW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669923" y="1499616"/>
            <a:ext cx="0" cy="4169664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510153" y="1499616"/>
            <a:ext cx="0" cy="4169664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350383" y="1499616"/>
            <a:ext cx="0" cy="4169664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90613" y="1499616"/>
            <a:ext cx="0" cy="4169664"/>
          </a:xfrm>
          <a:prstGeom prst="line">
            <a:avLst/>
          </a:prstGeom>
          <a:noFill/>
          <a:ln w="9525">
            <a:solidFill>
              <a:srgbClr val="9E9E9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90956" y="1097280"/>
            <a:ext cx="1757934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" y="1097280"/>
            <a:ext cx="1757934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banking-app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:5001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31186" y="1097280"/>
            <a:ext cx="1757934" cy="402336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1186" y="1097280"/>
            <a:ext cx="1757934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ecommerce-app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:5000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71416" y="1097280"/>
            <a:ext cx="175793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1097280"/>
            <a:ext cx="1757934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ecomdb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 — merchant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11646" y="1097280"/>
            <a:ext cx="175793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1646" y="1097280"/>
            <a:ext cx="1757934" cy="4023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bankdb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 — bank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69923" y="1920240"/>
            <a:ext cx="184023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81278" y="1581442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/api/orders/{id}  ·  timeout 2 s   (render the form)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9923" y="2266345"/>
            <a:ext cx="184023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081278" y="1927547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/api/orders/{id}  ·  timeout 3 s   (re-check status)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69923" y="2906638"/>
            <a:ext cx="1840230" cy="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81278" y="2567840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/api/orders/{id}/paid  ·  timeout 5 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10153" y="3252743"/>
            <a:ext cx="184023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921508" y="2913945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orders SET status = 'PAID'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10153" y="3598848"/>
            <a:ext cx="184023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921508" y="3260050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products SET stock = stock − quantity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 flipH="1">
            <a:off x="3510153" y="3944952"/>
            <a:ext cx="1840230" cy="0"/>
          </a:xfrm>
          <a:prstGeom prst="line">
            <a:avLst/>
          </a:prstGeom>
          <a:noFill/>
          <a:ln w="1143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2921508" y="3606154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  —   merchant state is now durable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 flipH="1">
            <a:off x="1669923" y="4585246"/>
            <a:ext cx="1840230" cy="0"/>
          </a:xfrm>
          <a:prstGeom prst="line">
            <a:avLst/>
          </a:prstGeom>
          <a:noFill/>
          <a:ln w="1143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081278" y="4246448"/>
            <a:ext cx="301752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69923" y="4931351"/>
            <a:ext cx="552069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669923" y="4592553"/>
            <a:ext cx="552069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accounts   —   debit payer, credit merchant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69923" y="5277455"/>
            <a:ext cx="552069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1669923" y="4938657"/>
            <a:ext cx="552069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</a:t>
            </a:r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transactions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 flipH="1">
            <a:off x="1669923" y="5623560"/>
            <a:ext cx="5520690" cy="0"/>
          </a:xfrm>
          <a:prstGeom prst="line">
            <a:avLst/>
          </a:prstGeom>
          <a:noFill/>
          <a:ln w="11430">
            <a:solidFill>
              <a:srgbClr val="595959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669923" y="5284762"/>
            <a:ext cx="5520690" cy="297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  —   bank state is now durable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321040" y="1097280"/>
            <a:ext cx="3474720" cy="1481328"/>
          </a:xfrm>
          <a:prstGeom prst="roundRect">
            <a:avLst>
              <a:gd name="adj" fmla="val 3704"/>
            </a:avLst>
          </a:prstGeom>
          <a:solidFill>
            <a:srgbClr val="FFF4E5"/>
          </a:solidFill>
          <a:ln w="15875">
            <a:solidFill>
              <a:srgbClr val="EF6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0768" y="1152144"/>
            <a:ext cx="3255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ordering guarantees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merchant's order is marked PAID and stock is decremented BEFORE any money moves.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step 6 commits, that outcome is durable and irreversible.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21040" y="26974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30768" y="2752344"/>
            <a:ext cx="3255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fails in the window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fault between steps 6 and 10 — database failover, container eviction, a lost response, a 5 s timeout that in fact succeeded — leaves the order PAID with no corresponding ledger entry.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21040" y="4389120"/>
            <a:ext cx="3474720" cy="1298448"/>
          </a:xfrm>
          <a:prstGeom prst="roundRect">
            <a:avLst>
              <a:gd name="adj" fmla="val 4225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30768" y="4443984"/>
            <a:ext cx="3255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capability required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outbox, a managed broker with at-least-once delivery, idempotent consumers, and a scheduled reconciliation sweep.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values are the literal values configured in the banking service's HTTP client calls.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and Technology Stack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deployment topology across both cloud environments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097280"/>
            <a:ext cx="5212080" cy="2286000"/>
          </a:xfrm>
          <a:prstGeom prst="roundRect">
            <a:avLst>
              <a:gd name="adj" fmla="val 2000"/>
            </a:avLst>
          </a:prstGeom>
          <a:solidFill>
            <a:srgbClr val="FFF8E7"/>
          </a:solidFill>
          <a:ln w="15875">
            <a:solidFill>
              <a:srgbClr val="E0860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41248" y="11430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 ·  EC2 single VM  ·  Dev / Test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6112" y="1444752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4447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:80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6112" y="2029968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029968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ecommerce-app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" y="2679192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67919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volume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87168" y="1444752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144475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:80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87168" y="2029968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2029968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banking-app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2679192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2679192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volume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87368" y="1444752"/>
            <a:ext cx="17830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E08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7096" y="1499616"/>
            <a:ext cx="15636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E08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on one VM.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IP, HTTP :80 only.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and both databases share a single failure domain.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49808" y="3520440"/>
            <a:ext cx="5212080" cy="2148840"/>
          </a:xfrm>
          <a:prstGeom prst="roundRect">
            <a:avLst>
              <a:gd name="adj" fmla="val 2128"/>
            </a:avLst>
          </a:prstGeom>
          <a:solidFill>
            <a:srgbClr val="F0F6FF"/>
          </a:solidFill>
          <a:ln w="15875">
            <a:solidFill>
              <a:srgbClr val="1565C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41248" y="35661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 ·  Container Instances  ·  Production  ·  centralindia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6112" y="3858768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3858768"/>
            <a:ext cx="11704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bank-app-1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 · 1 vCPU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76272" y="3858768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3858768"/>
            <a:ext cx="11704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bank-app-2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 · 1 vCPU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6112" y="4453128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453128"/>
            <a:ext cx="11704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ecom-app-1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 · 1 vCPU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76272" y="4453128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4453128"/>
            <a:ext cx="117043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ecom-app-2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 · 1 vCPU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96112" y="5047488"/>
            <a:ext cx="245059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047488"/>
            <a:ext cx="245059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Database for MySQL  —  public endpoint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56432" y="3858768"/>
            <a:ext cx="2414016" cy="1691640"/>
          </a:xfrm>
          <a:prstGeom prst="roundRect">
            <a:avLst>
              <a:gd name="adj" fmla="val 3243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3913632"/>
            <a:ext cx="21945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at this tier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 balancer, gateway or WAF in front of the four containers.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container has its own public DNS label.</a:t>
            </a:r>
            <a:endParaRPr lang="en-US" sz="7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VNet, no private endpoint, no autoscaling, no rolling update.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6172200" y="1097280"/>
            <a:ext cx="5623560" cy="5102352"/>
          </a:xfrm>
          <a:prstGeom prst="roundRect">
            <a:avLst>
              <a:gd name="adj" fmla="val 896"/>
            </a:avLst>
          </a:prstGeom>
          <a:solidFill>
            <a:srgbClr val="FAFAFA"/>
          </a:solidFill>
          <a:ln w="15875">
            <a:solidFill>
              <a:srgbClr val="59595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263640" y="1143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pipeline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1426464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1426464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 ·  agent any</a:t>
            </a:r>
            <a:endParaRPr lang="en-US" sz="8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pinned agent, no IaC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983980" y="1929384"/>
            <a:ext cx="0" cy="155448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46520" y="2084832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084832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</a:t>
            </a:r>
            <a:endParaRPr lang="en-US" sz="8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built from repository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983980" y="2587752"/>
            <a:ext cx="0" cy="155448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46520" y="2743200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FFF4E5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743200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 ·  public registry</a:t>
            </a:r>
            <a:endParaRPr lang="en-US" sz="8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:latest mutable tag, unsigned, unscanned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983980" y="3246120"/>
            <a:ext cx="0" cy="155448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446520" y="3401568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FFF4E5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401568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Dev  ·  AWS EC2</a:t>
            </a:r>
            <a:endParaRPr lang="en-US" sz="8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StrictHostKeyChecking=no to a hardcoded IP, then compose pull / up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983980" y="3904488"/>
            <a:ext cx="0" cy="155448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446520" y="4059936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059936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gate</a:t>
            </a:r>
            <a:endParaRPr lang="en-US" sz="8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the Dev endpoint, retry up to 2 minutes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983980" y="4562856"/>
            <a:ext cx="0" cy="155448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446520" y="4718304"/>
            <a:ext cx="5074920" cy="502920"/>
          </a:xfrm>
          <a:prstGeom prst="roundRect">
            <a:avLst>
              <a:gd name="adj" fmla="val 9091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4718304"/>
            <a:ext cx="5074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  ·  Azure ACI</a:t>
            </a:r>
            <a:endParaRPr lang="en-US" sz="8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container delete then create, per instance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46520" y="5413248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56248" y="5468112"/>
            <a:ext cx="4855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Delete-then-create means every production release is a planned outage, and a mutable :latest tag means the running artefact cannot be identified or deterministically rolled back.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inventory and integration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integration is synchronous REST over cleartext HTTP. There is no message broker, no API gateway and no service mesh in the current design.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37360"/>
                <a:gridCol w="2240280"/>
                <a:gridCol w="1508760"/>
                <a:gridCol w="18745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 / posture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device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→ ecommerce-app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 · /cart · /checkout/*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HTML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:80, cleartext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device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ecommerce-app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/api/orders/{id}/status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2 000 ms per open checkout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:80, cleartext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device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ecommerce-app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/qr/{order_id}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(PNG)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per order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:80, cleartext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device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→ banking-app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GET/POST /pay · /login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HTML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:80, cleartext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ecommerce-app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/api/orders/{id}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Twice per payment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public internet, 2 s / 3 s timeout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ecommerce-app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/api/orders/{id}/paid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per payment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public internet, 5 s timeout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platform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services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Liveness / readiness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Defined, never executed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in the unused k8s manifests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service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own database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SQLAlchemy / PyMySQL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session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request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In-cluster or public MySQL endpoint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3232" y="535838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413248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observation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highlighted rows are the only east-west calls in the system, and they carry the settlement decision. In production they traverse the public internet with no private link, no mutual authentication and no retry.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and Technology Stack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versions and support position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Python/Flask services packaged as single-stage Docker images, fronted by Nginx and persisted to MySQL. Versions below are the versions pinned in the repository.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057400"/>
                <a:gridCol w="1874520"/>
                <a:gridCol w="3063240"/>
                <a:gridCol w="2377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position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 (slim base image)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runtime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3.0.3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framework for both services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Flask-SQLAlchemy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3.1.1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ORM and data access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server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Gunicorn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21.2.0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WSGI server, bound to container port 80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image, :80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proxy; no TLS configured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TLS termination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store, one per service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Reached end of life October 2023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Database for MySQL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Managed, public endpoint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data tier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Supported; not privately networked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 store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Bundled with Python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fallback when DB_HOST does not resolve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fit for production use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Single-stage build, runs as root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packaging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directive present but commented out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 (Dev)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v3.8 file format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Single-VM orchestration on EC2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HA, no scheduler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 (Prod)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Container Instances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four containers, two per service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ingress, autoscale or rolling update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 (defined)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manifests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apps/v1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Deployment, Service, Secret — present in repo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deployed; Service is type LoadBalancer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Declarative pipeline, agent any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Build, promote and deploy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Hub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repository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distribution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Mutable :latest, unsigned, unscanned</a:t>
                      </a:r>
                      <a:endParaRPr lang="en-US" sz="8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 end-of-life is the single most schedule-sensitive item in this table.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and Remote Access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network posture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private networking anywhere in the current design. Every component is reachable over the public internet on cleartext HTTP, and east-west service traffic leaves the trust boundary and returns over the same public path.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1371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14600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9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client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828800"/>
            <a:ext cx="2788920" cy="2148840"/>
          </a:xfrm>
          <a:prstGeom prst="roundRect">
            <a:avLst>
              <a:gd name="adj" fmla="val 2128"/>
            </a:avLst>
          </a:prstGeom>
          <a:solidFill>
            <a:srgbClr val="FFF8E7"/>
          </a:solidFill>
          <a:ln w="14605">
            <a:solidFill>
              <a:srgbClr val="E0860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542032" y="1874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 — public IP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2176272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176272"/>
            <a:ext cx="2514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 :80 open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2724912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→ Flask (compose bridge network)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3273552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273552"/>
            <a:ext cx="2514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on the same docker network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23560" y="182880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0F6FF"/>
          </a:solidFill>
          <a:ln w="14605">
            <a:solidFill>
              <a:srgbClr val="1565C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696712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ACI — public DNS labels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60720" y="217627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176272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containers, each its own public FQDN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60720" y="272491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VNet · no subnet · no NSG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327355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273552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MySQL public endpoint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48840" y="2843784"/>
            <a:ext cx="457200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828800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:80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57800" y="2404872"/>
            <a:ext cx="502920" cy="0"/>
          </a:xfrm>
          <a:prstGeom prst="line">
            <a:avLst/>
          </a:prstGeom>
          <a:noFill/>
          <a:ln w="1397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937760" y="22402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:80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858768" y="3977640"/>
            <a:ext cx="0" cy="338328"/>
          </a:xfrm>
          <a:prstGeom prst="line">
            <a:avLst/>
          </a:prstGeom>
          <a:noFill/>
          <a:ln w="1778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59168" y="3977640"/>
            <a:ext cx="0" cy="338328"/>
          </a:xfrm>
          <a:prstGeom prst="line">
            <a:avLst/>
          </a:prstGeom>
          <a:noFill/>
          <a:ln w="1778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68880" y="4315968"/>
            <a:ext cx="6035040" cy="45720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4315968"/>
            <a:ext cx="6035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 service-to-service calls traverse the public internet — no private link, no mTLS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69680" y="1828800"/>
            <a:ext cx="2926080" cy="2944368"/>
          </a:xfrm>
          <a:prstGeom prst="roundRect">
            <a:avLst>
              <a:gd name="adj" fmla="val 1875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79408" y="1883664"/>
            <a:ext cx="27066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controls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TLS / HTTPS anywhere in the path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WAF and DDoS protection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gateway or managed ingress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VNet, subnets, NSGs, private endpoints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limiting at the edge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Bastion or just-in-time admin access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Egress control and IP allow-listing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access to Dev is by SSH to a hardcoded public IP with host-key checking disabled.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502920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" y="5084064"/>
            <a:ext cx="7507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direction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or Application Gateway with WAF terminates TLS at the edge; workloads move into a VNet with private endpoints to the data tier; east-west traffic stays inside the VNet and is mutually authenticated. This is the prerequisite for every other hardening item.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Databases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ownership, schema and durability position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owns a private schema, and there is no shared database and no cross-service foreign key. The order lifecycle and the ledger are therefore two independent consistency domains joined only by an HTTP call.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1847088"/>
            <a:ext cx="3794760" cy="2286000"/>
          </a:xfrm>
          <a:prstGeom prst="roundRect">
            <a:avLst>
              <a:gd name="adj" fmla="val 2000"/>
            </a:avLst>
          </a:prstGeom>
          <a:solidFill>
            <a:srgbClr val="F7FAFF"/>
          </a:solidFill>
          <a:ln w="14605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01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ecomdb  —  owned by ecommerce-app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2176272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176272"/>
            <a:ext cx="3611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username · password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8680" y="2651760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51760"/>
            <a:ext cx="3611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name · price · image_url · stock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8680" y="3127248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27248"/>
            <a:ext cx="3611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user_id · total_amount · status · created_at · expires_at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68680" y="3602736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602736"/>
            <a:ext cx="3611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order_id · product_id · product_name · price · quantity · subtotal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1847088"/>
            <a:ext cx="3794760" cy="2286000"/>
          </a:xfrm>
          <a:prstGeom prst="roundRect">
            <a:avLst>
              <a:gd name="adj" fmla="val 2000"/>
            </a:avLst>
          </a:prstGeom>
          <a:solidFill>
            <a:srgbClr val="F5FBF6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01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bankdb  —  owned by banking-app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2176272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176272"/>
            <a:ext cx="3611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name · type · is_admin · password · balance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2651760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651760"/>
            <a:ext cx="36118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order_id · from_acct · to_acct · amount · timestamp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92040" y="3182112"/>
            <a:ext cx="3611880" cy="777240"/>
          </a:xfrm>
          <a:prstGeom prst="roundRect">
            <a:avLst>
              <a:gd name="adj" fmla="val 5882"/>
            </a:avLst>
          </a:prstGeom>
          <a:solidFill>
            <a:srgbClr val="FFF4E5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182112"/>
            <a:ext cx="3611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transactions.order_id is the only link to the merchant domain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plain column — not a foreign key, and not uniquely indexed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23960" y="1847088"/>
            <a:ext cx="2971800" cy="2286000"/>
          </a:xfrm>
          <a:prstGeom prst="roundRect">
            <a:avLst>
              <a:gd name="adj" fmla="val 2400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1901952"/>
            <a:ext cx="2752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position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Single-node MySQL in both environments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read replica or standby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automated backup or PITR configured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 data sits on a local docker volume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RPO and RTO are undefined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Monetary values are stored as floating point rather than exact decimal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431596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60520"/>
                <a:gridCol w="5074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Concern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position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for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availability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single instance per environment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Zone-redundant managed instance with automatic failover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and recovery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configured; no restore has been tested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backups, point-in-time restore, periodic restore drills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exposure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endpoint / shared docker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endpoint, no public network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Cross-domain consistency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commits, no coordination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Outbox plus broker, idempotent consumers, reconciliation sweep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and Processes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and operational reporting position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today consist of unstructured print statements to container stdout. There is no metrics pipeline, no distributed tracing, no log aggregation and no alerting.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291840"/>
                <a:gridCol w="3063240"/>
                <a:gridCol w="29260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consequence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 platform service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logging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print() to stdout, unstructured, lost on replace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post-incident reconstruction is possible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Insights → Log Analytics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retention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no aggregation or retention policy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survives a redeploy, i.e. every release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Analytics workspace with retention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collected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Saturation, latency and error rate are invisible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Monitor with workload dashboards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tracing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correlation ID crosses the two services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payment cannot be followed across services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OpenTelemetry → Application Insights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probing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/health exists; probes only in unused manifests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Unhealthy containers are never replaced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Probes enforced by the orchestrator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Alerting and on-call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Failures are found by users, not the platform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rules bound to SLOs, routed to on-call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reporting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SLI, SLO or error budget 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 cannot be stated or improved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 dashboards with error-budget alerts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 table only; mutable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answer a point-in-time audit question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Append-only store, immutable retention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3232" y="5376672"/>
            <a:ext cx="11064240" cy="493776"/>
          </a:xfrm>
          <a:prstGeom prst="roundRect">
            <a:avLst>
              <a:gd name="adj" fmla="val 11111"/>
            </a:avLst>
          </a:prstGeom>
          <a:solidFill>
            <a:srgbClr val="FFF4E5"/>
          </a:solidFill>
          <a:ln w="15875">
            <a:solidFill>
              <a:srgbClr val="EF6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431536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currently has no means of detecting that a payment failed, and no means of reconstructing one after the fact. Observability is the prerequisite for operating this service at all, ahead of any feature work.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Management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and blast radius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078992"/>
          <a:ext cx="110642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4206240"/>
                <a:gridCol w="2423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event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response today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Blast radius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container stops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no supervisor beyond docker restart policy, no second instance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outage of that service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container stops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 restarts the instance; clients pinned to that DNS label fail meanwhile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outage for that label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becomes unhealthy but stays 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— no readiness probe is executed in the deployed path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black-holing of requests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instance fails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standby, no failover; connections simply fail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outage plus potential data 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volume is lost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backup and no tested restore exists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Permanent ledger 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until reconciliation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DB_HOST fails to resolve at start-up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Silently falls back to a pod-local SQLite file and reports healthy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Divergent, ephemeral ledger per replica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/health returns ok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callback times out after committing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aborts and tells the customer the payment failed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Permanent cross-database disagreement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is deleted then recreated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outage on every deploy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Availability-zone 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addressed; no zonal or regional redundancy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outage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provider 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13232" y="5084064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138928"/>
            <a:ext cx="5175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root cause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above traces to the same two absences: no redundant, load-balanced instance at any tier, and no platform-level health enforcement.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82512" y="5084064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5138928"/>
            <a:ext cx="5175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Highest-leverage remediation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managed orchestrator with health-gated rolling updates plus a zone-redundant managed database closes seven of the nine rows without any application change.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Reliability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characteristics and known load behaviour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042416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 test, latency budget or throughput target exists. The figures below are structural characteristics derived from the deployed configuration, not measurements.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09160"/>
                <a:gridCol w="4069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position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level objective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defined; no SLI, SLO or error budget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 cannot be stated or measured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per instance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vCPU / 1 GiB per ACI container, Gunicorn default worker count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Unsized — worker count is not tuned to the CPU allocation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scale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at two containers per service; no autoscaling and no load balancer to use them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concurrency is one instance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profile of a payment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three sequential cross-service HTTP calls with 2 s + 3 s + 5 s timeouts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Worst-case tail latency of roughly 10 s before any database work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Polling overhead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open checkout page issues 0.5 requests per second, each hitting the database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scales with idle browser tabs rather than with transactions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connections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SQLAlchemy pool per container; no proxy or external pooler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 storms likely as instance count grows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at any layer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read reaches the database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asset delivery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Served by the application container; no CDN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Avoidable load on the application tier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Backpressure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rate limiting, queueing or shedding anywhere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traffic spike degrades into failure rather than delay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3232" y="5486400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FFF4E5"/>
          </a:solidFill>
          <a:ln w="15875">
            <a:solidFill>
              <a:srgbClr val="EF6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541264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10-second worst-case payment latency is a design consequence of chaining synchronous calls, not a tuning problem; it resolves only by making the settlement path asynchronous.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Scalability, Resilience and Disaster Recovery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1042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Description/s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72968" y="10424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042416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single-region and single-instance in effect. No disaster recovery plan, runbook or recovery objective currently exists.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1627632"/>
            <a:ext cx="3429000" cy="2395728"/>
          </a:xfrm>
          <a:prstGeom prst="roundRect">
            <a:avLst>
              <a:gd name="adj" fmla="val 1908"/>
            </a:avLst>
          </a:prstGeom>
          <a:solidFill>
            <a:srgbClr val="FFF4E5"/>
          </a:solidFill>
          <a:ln w="15875">
            <a:solidFill>
              <a:srgbClr val="EF6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1700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3544" y="2011680"/>
            <a:ext cx="31638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instance count, set imperatively in the pipeline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autoscaling on any signal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load balancer, so the second instance receives no traffic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in an app-local signed cookie prevents free horizontal scaling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cannot scale reads — no replica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627632"/>
            <a:ext cx="3429000" cy="2395728"/>
          </a:xfrm>
          <a:prstGeom prst="roundRect">
            <a:avLst>
              <a:gd name="adj" fmla="val 1908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00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2011680"/>
            <a:ext cx="31638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failure domain per environment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zone redundancy at app or data tier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probes defined but never executed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retry, circuit breaker or bulkhead on cross-service calls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 removes capacity before restoring 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66760" y="1627632"/>
            <a:ext cx="3429000" cy="2395728"/>
          </a:xfrm>
          <a:prstGeom prst="roundRect">
            <a:avLst>
              <a:gd name="adj" fmla="val 1908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1700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13064" y="2011680"/>
            <a:ext cx="31638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secondary region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 backup configured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restore has ever been tested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and RTO undefined and unagreed</a:t>
            </a:r>
            <a:endParaRPr lang="en-US" sz="9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documented recovery runbook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42062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46120"/>
                <a:gridCol w="30632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Interim target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target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measured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99.0 % single region, health-gated rolling deploys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99.9 % zone-redundant, no planned downtime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Undefined — data loss is unbounded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hours via automated daily backup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minutes via point-in-time restore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Undefined — no restore procedure exists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hours with a documented, rehearsed runbook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hour with automated failover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impact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outage per release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Zero-downtime rolling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Blue-green or canary with automated rollback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13232" y="594360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targets are deliberately modest — they are what the existing Kubernetes manifests could deliver once actually deployed.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Maturity Assessment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against a production operating bar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078992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85800"/>
                <a:gridCol w="4434840"/>
                <a:gridCol w="3749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position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bar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and orchestration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 with fixed instances; no ingress, autoscale or rolling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orchestrator, health-gated rolling deploys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cleartext HTTP end to end; no VNet or private endpoints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VNet, TLS at a WAF-protected edge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platform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Single-node MySQL 5.7 (end of life); no HA, backup or PITR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Zone-redundant managed database with tested restore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integration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Synchronous, bidirectional HTTP; no broker, retry or reconciliation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Asynchronous events with outbox and idempotency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and supply chain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Gated Dev→Prod promotion, but destructive deploys from a mutable tag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signed digests, scanned images, progressive 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and secrets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 inline in pipeline definitions; no secret store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identity plus a secret store, no static credentials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as code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imperative CLI calls create cloud resources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Declarative IaC in version control with drift detection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Unstructured stdout only; no metrics, tracing or alerting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telemetry pipeline with SLO-based alerting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Resilience and DR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region, single instance; no backup, RPO/RTO undefined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Multi-zone with agreed and rehearsed recovery objectives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and self-healing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6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/health endpoints exist and probes are written, but are not deployed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Probes enforced by the orchestrator with automatic replacement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13232" y="51937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8F5E9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248656"/>
            <a:ext cx="517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already right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service separation with private schemas, health endpoints, environment-driven configuration, an idempotent seed, and a Dev→Prod pipeline with a validation gate. The foundations are sound.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382512" y="51937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FEBEE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5248656"/>
            <a:ext cx="517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blocks production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redundancy, no private networking, no backup, no observability, and an unsupported database version. These are platform gaps, not application defects.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Direction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6583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by risk reduction per unit of effort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3429000" cy="3877056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778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078992"/>
            <a:ext cx="342900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05256" y="1426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bleeding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· configuration only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3544" y="1956816"/>
            <a:ext cx="3163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automated database backups and perform a test restore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 TLS at a managed edge; disable plain HTTP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credentials out of pipeline definitions into a secret store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silent SQLite fallback so failures are loud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container logs to a Log Analytics workspace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78992"/>
            <a:ext cx="3429000" cy="3877056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7780">
            <a:solidFill>
              <a:srgbClr val="EF6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78992"/>
            <a:ext cx="3429000" cy="2743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00016" y="1426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operable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3–8 · platform work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18304" y="1956816"/>
            <a:ext cx="3163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existing manifests to a managed orchestrator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Health-gated rolling updates to end deployment downtime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database with zone redundancy and private endpoint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Workloads into a VNet; private east-west traffic only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registry with immutable digests and image scanning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tracing and correlation IDs across both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1078992"/>
            <a:ext cx="3429000" cy="3877056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778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078992"/>
            <a:ext cx="342900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8476488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94776" y="1426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correct at scale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2 · architecture change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13064" y="1956816"/>
            <a:ext cx="3163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synchronous callback with broker-based events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outbox plus idempotent consumers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reconciliation between the two domains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Autoscaling driven by real throughput signals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IaC for every environment</a:t>
            </a:r>
            <a:endParaRPr lang="en-US" sz="10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RPO/RTO with a rehearsed recovery runbook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" y="5029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6FF"/>
          </a:solidFill>
          <a:ln w="15875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84064"/>
            <a:ext cx="10844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rationale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is configuration only and removes the risk of unrecoverable data loss and cleartext credentials within a fortnight — no application change is required.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is platform work that reuses the Kubernetes manifests already written, and it closes seven of the nine fault-management rows.</a:t>
            </a:r>
            <a:endParaRPr lang="en-US" sz="8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is the only phase requiring application change, and it is the only way to make the two-database settlement path correct under failure.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1148" cy="577900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1490472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C3D6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64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www.eastwestbanker.com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0" y="6163056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808208" y="63825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Design Details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13232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72968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078992"/>
            <a:ext cx="8348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test suite, and no test stage in the pipeline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gate is a curl reachability check against the Dev endpoint after deployment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review both services were executed end to end and the payment journey observed and captured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before production: integration tests across the service boundary, a failure-injection exercise on the settlement path, and a load test to establish a latency budget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22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Approach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23225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2576"/>
            <a:ext cx="8348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builds one image per service and promotes the same artefact from Dev to Prod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deployment is SSH plus Docker Compose onto a single EC2 host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deletes and recreates each Azure Container Instance, which incurs downtime on every release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rollback path — the :latest tag is mutable, so the previous artefact is not addressable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Position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72968" y="3566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566160"/>
            <a:ext cx="8348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footprint is small: one EC2 instance, four 1 vCPU container instances and one managed MySQL instance. The Phase 1 and Phase 2 recommendations are largely configuration and managed-service adoption rather than net new capacity, so the material cost increase is the managed database HA tier and the log analytics workspace.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4256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72968" y="44256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425696"/>
            <a:ext cx="8348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the Azure and AWS subscriptions in the pipeline are lab or production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RPO and RTO so the data-tier design can be fixed</a:t>
            </a:r>
            <a:endParaRPr lang="en-US" sz="1200" dirty="0"/>
          </a:p>
          <a:p>
            <a:pPr marL="342900" indent="-3429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Phase 1 remediation list and nominate the Phase 2 orchestrator target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EastWest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Payment Platform — Current-State System Design</dc:title>
  <dc:subject>Infrastructure and cloud architecture review of the QR payment prototype</dc:subject>
  <dc:creator>Cloud Architecture Study Team</dc:creator>
  <cp:lastModifiedBy>Cloud Architecture Study Team</cp:lastModifiedBy>
  <cp:revision>1</cp:revision>
  <dcterms:created xsi:type="dcterms:W3CDTF">2026-08-19T02:08:05Z</dcterms:created>
  <dcterms:modified xsi:type="dcterms:W3CDTF">2026-08-19T02:08:05Z</dcterms:modified>
</cp:coreProperties>
</file>